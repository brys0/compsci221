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2DC6-F3AA-A354-8EE7-92F43DD40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E78AC-E246-879A-A34D-FB03D05DC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A18F0-2A24-0BE9-CE08-0EB58AAF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5E5C-C08F-B611-B195-2A18BC6C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F8477-8AF3-6840-F06E-664946F72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4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7EF2-64C8-E0DF-1BC4-5FB64BAE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B0A1D-6D77-A7AD-6B26-F967578A7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CEFDD-2F81-8262-6A02-9F037E76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3B76-83E5-00D1-7074-3899A7DA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D6692-115D-90D4-1CDD-3F618179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4C48-07AD-2F08-2A7F-93B05814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C1A53-42F9-80F7-7FD0-861F63344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1A6C-D8F0-ED71-F152-8ABBD6AC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4D5F-734F-6311-C9A4-01C40747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06511-50B5-D808-8B55-0E31A39D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0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77DA-1588-C914-FE4A-DD9087D1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9E232-3788-B270-8220-046B32099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0B50E-CF07-A949-7B86-B1F9CADF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678CB-8CF1-9D1B-BE6A-0B2C9336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32FB-60E6-D7DD-72AB-03EC70BB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AD85D-4346-236F-6539-0E499644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2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E9D7-A235-9ADD-3B53-69FF340F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1C9CB-7737-3CC3-0E26-F55C9092F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7408C-3015-23C3-017A-2D629040F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02A12-C18D-BECF-06E3-A31969AFF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96A64-0EE8-0684-1439-6CE2625BE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7B144-A2FC-D30D-1FCB-A597ECF39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D9BED-D7B6-124D-8D41-1C755AD4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7C6BA-18DB-5692-F68D-117063B5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6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FE21-2848-EDAA-A280-DEFCE670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1BCF7-99F0-BFD3-FA78-6C9CC01E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5BC1D-CA9F-A84F-7804-EDECEEDB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E371A-356E-34C5-3E92-5A6714B1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9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2AC9C-F14F-91C2-0A42-4258CC26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54C87-56E8-37C6-C1DB-F3B76E90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A0BD9-CAFA-76DE-1BEA-8BBCDC3B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7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2B8D-3AF0-25FD-5168-6C8EFD42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29DC-2577-21B6-9163-21899131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707E7-E168-A558-28A8-6E46C2292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BF939-2020-CC39-86E8-FD265BFE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AF25A-6198-4952-C8E9-E298AA6B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CD7CE-CBAB-5DC8-B1B4-B6BCCFA5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9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A56D-643F-807A-A151-C72FD57E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44733-B7B0-C166-9124-8513CB3D6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A985F-B965-F7DF-7362-9B54C0105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57D87-E9AB-40F6-2C93-C8AFBD52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0C670-E45E-E796-E372-50B68037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09991-8DE5-5DF4-A89E-98AF11E8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57D4-075A-ADC9-ACFC-5E197AA2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2457C-A029-9FF0-54CD-8405B50D8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0050F-9654-C147-0231-5521C67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B47B4-443E-6EC2-F2E7-C562A29B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D61C8-4507-F365-A0D5-D82876A4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8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0DEA23-C443-4F6F-5BDA-465C0EF2C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62FD8-C419-42EF-A47B-27564442F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A778-1311-A548-819B-C4275C7B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98111-8465-F0AF-CCE8-F61417A5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38AD7-47F4-57D3-BAF5-90A57DA8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1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23643-563B-11F1-5083-C8228F3D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D20FD-5025-9028-E3FB-2C9493A4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EB9E-3615-FEE8-03C0-9D23AC78F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A0769-C3C6-444D-A1C2-89037BEB612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DF378-911C-49B8-C963-5E9DCB6B1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B9B78-6F52-56AB-824A-674BC807C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B64EE-1D2A-46B9-A26F-70366DA6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3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2E2BF-77FA-798E-6A15-B8DAAA0C8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Speedrunning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335F7-9262-B334-DE08-F5AC7ACDB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/>
              <a:t>Bryson TenHaken, Nicholas Cotcher, Charles Hubbard</a:t>
            </a:r>
          </a:p>
        </p:txBody>
      </p:sp>
    </p:spTree>
    <p:extLst>
      <p:ext uri="{BB962C8B-B14F-4D97-AF65-F5344CB8AC3E}">
        <p14:creationId xmlns:p14="http://schemas.microsoft.com/office/powerpoint/2010/main" val="401606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9E8F8-B1D3-D1AE-8FED-EBE0F0B1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does it do?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6DE4-4563-F3E0-B11D-B244FFE5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for players to keep track of their latest records in their favorite games</a:t>
            </a:r>
          </a:p>
          <a:p>
            <a:r>
              <a:rPr lang="en-US" sz="2000" dirty="0"/>
              <a:t>Host multiple types of speedruns for multiple games</a:t>
            </a:r>
          </a:p>
          <a:p>
            <a:r>
              <a:rPr lang="en-US" sz="2000" dirty="0"/>
              <a:t>Allows users to submit and record their records and achievements for others to view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435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42FB1-7381-7278-B08F-9444F46C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87CD8D-1BB9-5144-7899-0789B8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412730-77F0-EFC1-C183-C51670681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7FD10A-2A51-65DD-4D9E-E478B61FB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6F6B1-E1CF-59D1-3B85-6C10F3B99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189B1E-46DA-3B09-7DEF-67084BBCD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823D0-13F5-CF43-7E94-664C1E85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Design Aspects (ERD Next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D1BE-AEB1-482C-EB06-3312EDD19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 u="sng" dirty="0"/>
              <a:t>User:</a:t>
            </a:r>
            <a:r>
              <a:rPr lang="en-US" sz="2000" b="1" dirty="0"/>
              <a:t>  </a:t>
            </a:r>
            <a:r>
              <a:rPr lang="en-US" sz="2000" dirty="0"/>
              <a:t>User ID, Name, Email, Password, Admin, and Region ID</a:t>
            </a:r>
            <a:endParaRPr lang="en-US" sz="2000" b="1" u="sng" dirty="0"/>
          </a:p>
          <a:p>
            <a:r>
              <a:rPr lang="en-US" sz="2000" b="1" u="sng" dirty="0"/>
              <a:t>Region:</a:t>
            </a:r>
            <a:r>
              <a:rPr lang="en-US" sz="2000" dirty="0"/>
              <a:t> Region ID, Region Name, Region Language</a:t>
            </a:r>
            <a:endParaRPr lang="en-US" sz="2000" b="1" u="sng" dirty="0"/>
          </a:p>
          <a:p>
            <a:r>
              <a:rPr lang="en-US" sz="2000" b="1" u="sng" dirty="0"/>
              <a:t>Platform:</a:t>
            </a:r>
            <a:r>
              <a:rPr lang="en-US" sz="2000" dirty="0"/>
              <a:t> Platform Name, Platform ID, Release Date</a:t>
            </a:r>
            <a:endParaRPr lang="en-US" sz="2000" b="1" u="sng" dirty="0"/>
          </a:p>
          <a:p>
            <a:r>
              <a:rPr lang="en-US" sz="2000" b="1" u="sng" dirty="0"/>
              <a:t>Game:</a:t>
            </a:r>
            <a:r>
              <a:rPr lang="en-US" sz="2000" dirty="0"/>
              <a:t> Game ID, Name, Release Date, Logo URL</a:t>
            </a:r>
            <a:endParaRPr lang="en-US" sz="2000" b="1" u="sng" dirty="0"/>
          </a:p>
          <a:p>
            <a:r>
              <a:rPr lang="en-US" sz="2000" b="1" u="sng" dirty="0"/>
              <a:t>System:</a:t>
            </a:r>
            <a:r>
              <a:rPr lang="en-US" sz="2000" dirty="0"/>
              <a:t> System ID, Platform ID, Emulated: yes/no, Region ID</a:t>
            </a:r>
            <a:endParaRPr lang="en-US" sz="2000" b="1" u="sng" dirty="0"/>
          </a:p>
          <a:p>
            <a:r>
              <a:rPr lang="en-US" sz="2000" b="1" u="sng" dirty="0"/>
              <a:t>Game Platform:</a:t>
            </a:r>
            <a:r>
              <a:rPr lang="en-US" sz="2000" dirty="0"/>
              <a:t> Game ID, Platform ID</a:t>
            </a:r>
            <a:endParaRPr lang="en-US" sz="2000" b="1" u="sng" dirty="0"/>
          </a:p>
          <a:p>
            <a:r>
              <a:rPr lang="en-US" sz="2000" b="1" u="sng" dirty="0"/>
              <a:t>Run: </a:t>
            </a:r>
            <a:r>
              <a:rPr lang="en-US" sz="2000" dirty="0"/>
              <a:t>Run ID, Game ID, Title ID, Category ID, System ID, User ID</a:t>
            </a:r>
            <a:endParaRPr lang="en-US" sz="2000" b="1" u="sng" dirty="0"/>
          </a:p>
          <a:p>
            <a:r>
              <a:rPr lang="en-US" sz="2000" b="1" u="sng" dirty="0"/>
              <a:t>Tiime:</a:t>
            </a:r>
            <a:r>
              <a:rPr lang="en-US" sz="2000" dirty="0"/>
              <a:t> Time ID, Real Milliseconds, In Game Milliseconds, Real Milliseconds No Load</a:t>
            </a:r>
            <a:endParaRPr lang="en-US" sz="2000" b="1" u="sng" dirty="0"/>
          </a:p>
          <a:p>
            <a:r>
              <a:rPr lang="en-US" sz="2000" b="1" u="sng" dirty="0"/>
              <a:t>Category:</a:t>
            </a:r>
            <a:r>
              <a:rPr lang="en-US" sz="2000" dirty="0"/>
              <a:t> Category ID, Category Name, Category Rules</a:t>
            </a:r>
            <a:endParaRPr lang="en-US" sz="2000" b="1" u="sng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25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385CB7-C11D-3EFC-6B05-85F6968280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0645" y="0"/>
            <a:ext cx="9564076" cy="700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475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D4E3E-B9A5-9110-7827-0DC0C60E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B266E2-04D8-6EAD-643D-06C49EB0E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60236-CC13-F3AD-FAD1-7F619A4C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9044D-870B-FA66-0FA7-467230647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032ED6-A13B-66D8-035F-50240E5CA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0B43BE-734E-7216-3F2D-C90D32BD6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0983C-B9C5-C57F-994B-38927712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Implementation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9EC7E-D28A-1B57-AD7D-CCD411E82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‘Sup</a:t>
            </a:r>
            <a:r>
              <a:rPr lang="en-US" sz="2000" dirty="0"/>
              <a:t>, Dude?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191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54FCD-0C13-E26D-0F60-601C907B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E3413D-186A-C947-CD23-0ADD69249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A741B4-0DA6-6C0B-9708-0A2A775E1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5DB6E3-572C-BEFF-0FB0-87BD91B35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0E655-3E6A-CF94-B2CE-0F9E186A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E41A5E-3800-6BCB-2E5D-741B4F1D8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1605C-ECA6-6316-5F10-FC4E3998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Problems/Challenges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F580-07CA-5ADF-4A91-30D4EA2D2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Dunno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332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4DC53-670F-B4C0-AFB4-81D25E1B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D8E0AA-9F35-8191-6249-3CDF3573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58DA2-93CC-3921-B991-FEA847C62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697133-B311-7621-1285-DE0D07AEE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2322B0-F639-593B-8945-768120C16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B4FD71-5F00-BA4D-8D42-E9D277CA2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4F821-8269-3925-4DB1-B8F09255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 Conclusion…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067D-7D59-A241-E2B7-D3A92C23E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Let’s people connect and share achievements and records with each other</a:t>
            </a:r>
          </a:p>
          <a:p>
            <a:r>
              <a:rPr lang="en-US" sz="2000" dirty="0"/>
              <a:t>Built for multiple kinds of speedruns, allowing a congregation of genres</a:t>
            </a:r>
          </a:p>
          <a:p>
            <a:pPr lvl="1"/>
            <a:r>
              <a:rPr lang="en-US" sz="1600" dirty="0"/>
              <a:t>Place for the community</a:t>
            </a:r>
          </a:p>
        </p:txBody>
      </p:sp>
    </p:spTree>
    <p:extLst>
      <p:ext uri="{BB962C8B-B14F-4D97-AF65-F5344CB8AC3E}">
        <p14:creationId xmlns:p14="http://schemas.microsoft.com/office/powerpoint/2010/main" val="1933878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Speedrunning Database</vt:lpstr>
      <vt:lpstr>What does it do? </vt:lpstr>
      <vt:lpstr>Key Design Aspects (ERD Next Slide)</vt:lpstr>
      <vt:lpstr>PowerPoint Presentation</vt:lpstr>
      <vt:lpstr>Implementation Highlights</vt:lpstr>
      <vt:lpstr>Problems/Challenges</vt:lpstr>
      <vt:lpstr>In Conclusion…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Hubbard, Charlie - hubbc29</dc:creator>
  <cp:lastModifiedBy>Hubbard, Charlie - hubbc29</cp:lastModifiedBy>
  <cp:revision>3</cp:revision>
  <dcterms:created xsi:type="dcterms:W3CDTF">2026-04-30T14:43:43Z</dcterms:created>
  <dcterms:modified xsi:type="dcterms:W3CDTF">2026-04-30T15:19:39Z</dcterms:modified>
</cp:coreProperties>
</file>